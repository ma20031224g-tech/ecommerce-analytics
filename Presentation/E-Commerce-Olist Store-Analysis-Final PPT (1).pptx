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2192000" cy="6858000"/>
  <p:notesSz cx="6858000" cy="12192000"/>
  <p:embeddedFontLst>
    <p:embeddedFont>
      <p:font typeface="Bell MT" panose="02020503060305020303" pitchFamily="18" charset="0"/>
      <p:regular r:id="rId24"/>
      <p:bold r:id="rId25"/>
      <p:italic r:id="rId26"/>
    </p:embeddedFont>
    <p:embeddedFont>
      <p:font typeface="Palatino Linotype" panose="02040502050505030304" pitchFamily="18" charset="0"/>
      <p:regular r:id="rId27"/>
      <p:bold r:id="rId28"/>
      <p:italic r:id="rId29"/>
      <p:boldItalic r:id="rId30"/>
    </p:embeddedFont>
    <p:embeddedFont>
      <p:font typeface="Playfair Display Bold" panose="020B0604020202020204" charset="0"/>
      <p:regular r:id="rId31"/>
    </p:embeddedFont>
    <p:embeddedFont>
      <p:font typeface="Playfair Display SemiBold" panose="020B0604020202020204" charset="0"/>
      <p:regular r:id="rId32"/>
    </p:embeddedFont>
    <p:embeddedFont>
      <p:font typeface="Public Sans" panose="020B0604020202020204" charset="0"/>
      <p:regular r:id="rId33"/>
    </p:embeddedFont>
    <p:embeddedFont>
      <p:font typeface="Public Sans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add Conclusion
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422A-98DD-29A0-FCEC-6CB2E610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0D463-6869-FE72-C663-C27B23E24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FA81-8145-11D5-3960-38CC05AC7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AA91-1B33-A6DF-406A-0CE76676E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80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A0CB-6E8C-2090-5B71-B03D818A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3A8E0-2FE7-1594-2146-B2C8F3058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0481-8080-F06B-6A2C-3BCC9656B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015D7-1E43-FC0A-75E7-181A91203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3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E-Commerce Olist Store Analysis 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Requirements, Analysis &amp; Final Dashboard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26984-A916-A137-A461-5BAE54910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85" y="291969"/>
            <a:ext cx="4762500" cy="6118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8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Index</a:t>
            </a:r>
            <a:endParaRPr lang="en-US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675CE-7FE2-B149-0E48-F57A4336033F}"/>
              </a:ext>
            </a:extLst>
          </p:cNvPr>
          <p:cNvSpPr txBox="1"/>
          <p:nvPr/>
        </p:nvSpPr>
        <p:spPr>
          <a:xfrm>
            <a:off x="967510" y="1056019"/>
            <a:ext cx="10256674" cy="502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Index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Introduction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KPI- visuals Recommendations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All dashboards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Overall achievements and Key Findings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SQL queries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Conclusion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Summary     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CCECF-24A8-0AEF-1DFC-AFCC9C8619ED}"/>
              </a:ext>
            </a:extLst>
          </p:cNvPr>
          <p:cNvSpPr txBox="1"/>
          <p:nvPr/>
        </p:nvSpPr>
        <p:spPr>
          <a:xfrm>
            <a:off x="494521" y="1017037"/>
            <a:ext cx="11066107" cy="461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focuses on analyzing e-commerce customer, order, payment, product, and delivery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objective is to identify business trends, customer satisfaction patterns, payment preferences, and delivery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We analyzed the data using SQL, Excel, Power BI, and Tableau.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analysis converts raw data into meaningful insights and interactive dashboards to support better business decisions.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is based on e-commerce data analysis. Our main objective was to understand customer behavior, payment patterns, delivery performance, and customer satisfaction.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Finally, we converted the raw data into meaningful business insights that can help in better decision-making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D789D-56F4-499A-2D20-2D985409192F}"/>
              </a:ext>
            </a:extLst>
          </p:cNvPr>
          <p:cNvSpPr txBox="1"/>
          <p:nvPr/>
        </p:nvSpPr>
        <p:spPr>
          <a:xfrm>
            <a:off x="2544925" y="243350"/>
            <a:ext cx="60975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2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38" y="5238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Behavior: Weekday vs Weekend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Weekday: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9.53M | </a:t>
            </a:r>
            <a:r>
              <a:rPr lang="en-US" sz="1450" dirty="0" err="1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Boleto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2.37M | Debit Card 0.17M | Voucher 0.30M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Weekend: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3.01M | Debit Card 0.05M | Voucher 0.08M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dominates both periods — opportunity for targeted payment promotions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A461B-647A-49BB-FA58-23AFB8CC8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30" y="1969492"/>
            <a:ext cx="4096949" cy="322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21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alatino Linotype" panose="02040502050505030304" pitchFamily="18" charset="0"/>
                <a:ea typeface="Playfair Display SemiBold" pitchFamily="34" charset="-122"/>
                <a:cs typeface="Playfair Display SemiBold" pitchFamily="34" charset="-120"/>
              </a:rPr>
              <a:t>5-Star Credit Card Orders: 43,938</a:t>
            </a:r>
            <a:endParaRPr lang="en-US" sz="3700" dirty="0">
              <a:latin typeface="Palatino Linotype" panose="02040502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blurRad="127" dist="2413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6832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Largest Segment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5-star reviews represent the single biggest review-score segment in the entire dataset.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blurRad="127" dist="2413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42716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Strong Satisfaction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Indicates consistently high satisfaction among credit card customers across transactions.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blurRad="127" dist="2413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8600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Gaps to Investigate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Lower review scores warrant deeper investigation into service quality and delivery shortfalls.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8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Pet Shop Delivery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406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Delivery Metrics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728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Pet Shop category recorded an </a:t>
            </a: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average delivery time of 11 days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a critical benchmark for this segment.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87849"/>
            <a:ext cx="5339820" cy="144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802261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Speed = Satisfaction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4210943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 speed directly correlates with customer review scores.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587849"/>
            <a:ext cx="5339919" cy="1442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3802261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Faster Delivery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4210943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Shorter delivery windows consistently produce higher satisfaction ratings.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071" y="699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São Paulo Market Snapshot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153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Payment Value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payment value per order in the São Paulo market.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108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Product Price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standalone product price across São Paulo transactions.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45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Premium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4119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value exceeds product price — indicating bundling, shipping, or add-on purchases.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Days vs Review Score: The Critical Link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What the Data Tells Us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21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11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clear negative relationship — faster shipping drives higher satisfaction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08239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EDD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29498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2552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Reducing average shipping time is the single highest-leverage action available to improve review scores at scale.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BFC156-C09C-8CC7-6B28-4A93504F9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47" y="1847353"/>
            <a:ext cx="5340078" cy="3502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80" y="871395"/>
            <a:ext cx="4161453" cy="3982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Dashboard Overview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23194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142319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Review Score Distribution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1831876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Orders broken down by review score segment.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1231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2512318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Monthly Sales Trend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2921000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Time-series analysis of order volume and revenue over the project period.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903861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390386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Weekday vs Weekend Patterns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4312543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method breakdown by transaction timing across all periods.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295404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2062" y="529540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vs Satisfaction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942062" y="570408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Correlation view with interactive filters: Year, Review Score, Delivery Period.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515" y="26382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698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Excel Dashboard 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570504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Pivot-table driven analysis with interactive slicers for Review Score, Year, and Delivery Period — built for accessibility across all team skill levels.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C637F-C668-697C-17A8-8D1116FC8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3" y="637493"/>
            <a:ext cx="12192000" cy="4989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377" y="99430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61475" y="599717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Live-connected, drill-through enabled dashboard delivering real-time payment, delivery, and satisfaction metrics for operational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and executive reporting.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F75A1-C22B-81E3-0580-22CC6388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548639"/>
            <a:ext cx="11963400" cy="54485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636059"/>
            <a:ext cx="12019280" cy="4971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046" y="196951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Tableau Dashboard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61475" y="5834658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 analytics layer with advanced geographic and trend exploration — designed for deep-dive analytical workflows and presentation-ready storytelling.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3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Findings &amp; 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07034"/>
            <a:ext cx="5339820" cy="2311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28848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Reduce Shipping Delays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697163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 delivery windows below 11 days to meaningfully shift review scores upward. Shipping time is the highest-leverage operational variable.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507034"/>
            <a:ext cx="5339919" cy="23117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28848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Investigate 1-Star Reviews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2697163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Root-cause analysis on the 21+ day delivery cohort to identify systemic service and logistics gaps driving negative sentiment.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3117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Leverage Payment Preferences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97971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targeted promotions around credit card dominance on weekdays and explore incentive structures to drive weekend volume.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3117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Continuous Performance Monitoring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97971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Establish ongoing delivery-to-review correlation tracking across all dashboards to enable proactive intervention before satisfaction dips.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006" y="694676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Q1- Weekday Vs Weekend (order_purchase_timestamp) Payment Statistics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098054"/>
            <a:ext cx="4273245" cy="22873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4" y="3385402"/>
            <a:ext cx="4273245" cy="31553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71" y="956174"/>
            <a:ext cx="3894734" cy="296188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75704"/>
            <a:ext cx="3894735" cy="16150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F036A-D937-24D3-69F1-59EFF34BA9DA}"/>
              </a:ext>
            </a:extLst>
          </p:cNvPr>
          <p:cNvSpPr txBox="1"/>
          <p:nvPr/>
        </p:nvSpPr>
        <p:spPr>
          <a:xfrm>
            <a:off x="2488941" y="122059"/>
            <a:ext cx="6097554" cy="39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Queries</a:t>
            </a:r>
            <a:endParaRPr lang="en-US" sz="2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Q2- Number of Orders with review score 5 and payment type as credit card.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30" y="1325150"/>
            <a:ext cx="4224515" cy="4366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14342" y="1791593"/>
            <a:ext cx="56317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Solution-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342" y="2154535"/>
            <a:ext cx="4142580" cy="1736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7434" y="391362"/>
            <a:ext cx="10868745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Q3- Average number of days taken for order_delivered_customer_date for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pet_shop</a:t>
            </a:r>
            <a:endParaRPr lang="en-US" sz="1400" dirty="0">
              <a:solidFill>
                <a:srgbClr val="6F655D"/>
              </a:solidFill>
              <a:latin typeface="Public Sans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3" y="1365470"/>
            <a:ext cx="3813967" cy="37850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81" y="1245751"/>
            <a:ext cx="3964396" cy="412093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398" y="2111920"/>
            <a:ext cx="2944144" cy="14131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59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Q4- Average price and payment values from customers of sao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paulo</a:t>
            </a: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 city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6245"/>
            <a:ext cx="5362441" cy="41373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2223988"/>
            <a:ext cx="4146545" cy="1712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3408"/>
            <a:ext cx="10868745" cy="57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Q5-Relationship between shipping days (order_delivered_customer_date - order_purchase_timestamp) Vs review scores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4" y="1613906"/>
            <a:ext cx="6903269" cy="24542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969" y="1707211"/>
            <a:ext cx="3504219" cy="19317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6748"/>
            <a:ext cx="10868745" cy="42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Q7-Which seller states contribute the highest total sales?.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1091"/>
            <a:ext cx="3321902" cy="2246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29" y="3857021"/>
            <a:ext cx="3013793" cy="236686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444" y="2462553"/>
            <a:ext cx="3315014" cy="17616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AAB5-0F3D-BC9F-DA0A-CDDF0744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EF88FA-7B6E-9C29-3FEA-879A9E6E3E83}"/>
              </a:ext>
            </a:extLst>
          </p:cNvPr>
          <p:cNvSpPr/>
          <p:nvPr/>
        </p:nvSpPr>
        <p:spPr>
          <a:xfrm>
            <a:off x="6465269" y="448463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Summary</a:t>
            </a:r>
            <a:endParaRPr lang="en-US" sz="37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11ECE0A-189E-A4CC-58B9-0A9A3A1EA044}"/>
              </a:ext>
            </a:extLst>
          </p:cNvPr>
          <p:cNvSpPr/>
          <p:nvPr/>
        </p:nvSpPr>
        <p:spPr>
          <a:xfrm>
            <a:off x="748713" y="455125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</a:t>
            </a:r>
            <a:endParaRPr lang="en-US" sz="37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7EC9A4D-8BC6-87F9-23C5-07C63CAF6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1" y="1175808"/>
            <a:ext cx="5339820" cy="5227067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A18F3F2-D8DA-1453-6C27-552D3967F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615" y="1175808"/>
            <a:ext cx="5339919" cy="52270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449644-7877-924E-A8BF-B4814DCDF235}"/>
              </a:ext>
            </a:extLst>
          </p:cNvPr>
          <p:cNvSpPr txBox="1"/>
          <p:nvPr/>
        </p:nvSpPr>
        <p:spPr>
          <a:xfrm>
            <a:off x="459466" y="1279381"/>
            <a:ext cx="5034709" cy="447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shows that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delivery performance has a strong impact on customer satisfaction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Faster shipping is associated with better review scores, while longer delivery times are linked with lower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Credit card is the dominant payment method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, especially on weekdays, showing an opportunity for targeted promotions.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Overall, the dashboards help identify operational areas where improving delivery and customer experience can have the greatest impact.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5CAE9-E5D4-0DD3-317A-8142B56FBE49}"/>
              </a:ext>
            </a:extLst>
          </p:cNvPr>
          <p:cNvSpPr txBox="1"/>
          <p:nvPr/>
        </p:nvSpPr>
        <p:spPr>
          <a:xfrm>
            <a:off x="6550446" y="1354026"/>
            <a:ext cx="4898216" cy="4848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We analyzed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payment behavior, customer reviews, delivery performance, pricing, and sales patterns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project was implemented using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Excel, Power BI, and Tableau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 to create interactive dashboards and visual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identified key business opportunities such as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reducing shipping delays, investigating 1-star reviews, and using payment preferences for promotions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final dashboards provide a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clear, interactive view of business performance for decision-making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51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43B6-2CA3-B765-B587-11D3D87A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A7F6EB-68BF-EC51-531A-6595CFB708C1}"/>
              </a:ext>
            </a:extLst>
          </p:cNvPr>
          <p:cNvSpPr/>
          <p:nvPr/>
        </p:nvSpPr>
        <p:spPr>
          <a:xfrm>
            <a:off x="4888242" y="2606792"/>
            <a:ext cx="271620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50FE4-BCEA-09B4-341F-D49BECEEBA2A}"/>
              </a:ext>
            </a:extLst>
          </p:cNvPr>
          <p:cNvSpPr/>
          <p:nvPr/>
        </p:nvSpPr>
        <p:spPr>
          <a:xfrm>
            <a:off x="5281020" y="2770287"/>
            <a:ext cx="61583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Thank you !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BD139C6-9C5C-9CD3-3345-59860CA2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29050"/>
            <a:ext cx="4646857" cy="633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3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900</Words>
  <Application>Microsoft Office PowerPoint</Application>
  <PresentationFormat>Widescreen</PresentationFormat>
  <Paragraphs>123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Playfair Display SemiBold</vt:lpstr>
      <vt:lpstr>Playfair Display Bold</vt:lpstr>
      <vt:lpstr>Arial</vt:lpstr>
      <vt:lpstr>Public Sans</vt:lpstr>
      <vt:lpstr>Public Sans Bold</vt:lpstr>
      <vt:lpstr>Palatino Linotype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RADHIKA</dc:creator>
  <cp:lastModifiedBy>Radhika Ugale</cp:lastModifiedBy>
  <cp:revision>13</cp:revision>
  <dcterms:created xsi:type="dcterms:W3CDTF">2026-08-25T11:48:03Z</dcterms:created>
  <dcterms:modified xsi:type="dcterms:W3CDTF">2026-08-29T12:36:38Z</dcterms:modified>
</cp:coreProperties>
</file>